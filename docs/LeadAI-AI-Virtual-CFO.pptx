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79DD72-B887-42F0-9349-C95A2D3BD38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5EBFBB-E0E5-43B7-A824-D81ED09ACB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0B544D-2A75-419C-BAFC-3CD237C6DC7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3EE4EC-1AB5-4A0F-A97A-D8FB00B628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2070E7-1174-48A2-A226-6E25431297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858295-D5AC-40DC-8454-21FAAA3EC08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707E9C-24AC-4AE0-83E3-0C81E3FA744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41181E-6005-43A8-83A1-6234029DF5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023A2F-D046-44BA-AB59-EEA344D1B4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023162-C045-4FA7-B9ED-8B16E3E6E0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2B2A16-3FC5-4F08-BF88-54A607DB14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/>
          <p:nvPr/>
        </p:nvSpPr>
        <p:spPr>
          <a:xfrm>
            <a:off x="731520" y="6400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AI Virtual CFO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46585e"/>
                </a:solidFill>
                <a:effectLst/>
                <a:uFillTx/>
                <a:latin typeface="Calibri"/>
              </a:rPr>
              <a:t>Real-time finance intelligence for modern retail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3"/>
          <p:cNvSpPr/>
          <p:nvPr/>
        </p:nvSpPr>
        <p:spPr>
          <a:xfrm>
            <a:off x="0" y="6583680"/>
            <a:ext cx="12191400" cy="273960"/>
          </a:xfrm>
          <a:prstGeom prst="rect">
            <a:avLst/>
          </a:prstGeom>
          <a:solidFill>
            <a:srgbClr val="f1b2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731520" y="6400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Executive Summary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822960" y="1828800"/>
            <a:ext cx="10606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Unified cash, margin, and risk in one view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Transforms raw data into leadership-ready decisions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731520" y="6400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Why Now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822960" y="1828800"/>
            <a:ext cx="10606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Margins are tightening as fees, refunds, and FX rise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Leaders need daily visibility to protect cash and growth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731520" y="6400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What It Does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822960" y="1828800"/>
            <a:ext cx="10606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Tracks true net margin after fees, tax, and FX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Delivers automated alerts and CFO briefings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731520" y="6400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Business Impact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1828800"/>
            <a:ext cx="10606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Close faster with fewer manual steps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Detect revenue leakage before it compounds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731520" y="6400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Core Capabilities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822960" y="1828800"/>
            <a:ext cx="10606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Unified data layer across Shopify, Stripe, Wise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Cash flow forecasting + anomaly detection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731520" y="6400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Executive Use Cases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1828800"/>
            <a:ext cx="10606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Board-ready KPIs on demand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Weekly cash and burn updates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731520" y="6400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Security &amp; Governance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822960" y="1828800"/>
            <a:ext cx="10606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Role-based access control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Audit-ready activity logs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731520" y="6400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Next Steps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822960" y="1828800"/>
            <a:ext cx="10606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Connect live sources in hours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Run a 2-week pilot with Finance and Ops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4"/>
          <p:cNvSpPr/>
          <p:nvPr/>
        </p:nvSpPr>
        <p:spPr>
          <a:xfrm>
            <a:off x="0" y="6583680"/>
            <a:ext cx="12191400" cy="273960"/>
          </a:xfrm>
          <a:prstGeom prst="rect">
            <a:avLst/>
          </a:prstGeom>
          <a:solidFill>
            <a:srgbClr val="f1b2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>Hakan Taskin</cp:lastModifiedBy>
  <dcterms:modified xsi:type="dcterms:W3CDTF">2026-01-19T15:21:33Z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